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4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AC2B3F-EDDC-4CDE-9D28-6D16E55B8B03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AC759C-5F02-4AA6-B8A8-31C1F354BA8A}">
      <dgm:prSet phldrT="[Text]" phldr="0"/>
      <dgm:spPr/>
      <dgm:t>
        <a:bodyPr/>
        <a:lstStyle/>
        <a:p>
          <a:r>
            <a:rPr lang="en-US" dirty="0"/>
            <a:t>1. Data Collection</a:t>
          </a:r>
        </a:p>
      </dgm:t>
    </dgm:pt>
    <dgm:pt modelId="{731FE0F9-906A-430C-A847-6309123BA714}" type="parTrans" cxnId="{1DA491E8-0902-414F-9EAF-286927558B90}">
      <dgm:prSet/>
      <dgm:spPr/>
      <dgm:t>
        <a:bodyPr/>
        <a:lstStyle/>
        <a:p>
          <a:endParaRPr lang="en-US"/>
        </a:p>
      </dgm:t>
    </dgm:pt>
    <dgm:pt modelId="{A68F7B5A-2D00-4069-A8D9-1140DB397C60}" type="sibTrans" cxnId="{1DA491E8-0902-414F-9EAF-286927558B90}">
      <dgm:prSet/>
      <dgm:spPr/>
      <dgm:t>
        <a:bodyPr/>
        <a:lstStyle/>
        <a:p>
          <a:endParaRPr lang="en-US"/>
        </a:p>
      </dgm:t>
    </dgm:pt>
    <dgm:pt modelId="{6323C681-F0C2-41D5-81E1-26D6CDE4B988}">
      <dgm:prSet phldrT="[Text]"/>
      <dgm:spPr/>
      <dgm:t>
        <a:bodyPr/>
        <a:lstStyle/>
        <a:p>
          <a:pPr>
            <a:buNone/>
          </a:pPr>
          <a:r>
            <a:rPr lang="en-US" dirty="0"/>
            <a:t>Selecting and downloading the vgsales.csv dataset.</a:t>
          </a:r>
        </a:p>
      </dgm:t>
    </dgm:pt>
    <dgm:pt modelId="{3A1CC40C-4790-4DCE-8D1B-E8F3035AB31E}" type="parTrans" cxnId="{33353064-51D1-4372-AC4D-C5F851232154}">
      <dgm:prSet/>
      <dgm:spPr/>
      <dgm:t>
        <a:bodyPr/>
        <a:lstStyle/>
        <a:p>
          <a:endParaRPr lang="en-US"/>
        </a:p>
      </dgm:t>
    </dgm:pt>
    <dgm:pt modelId="{CCD890B0-E76A-4865-A522-8C9EB19E6E67}" type="sibTrans" cxnId="{33353064-51D1-4372-AC4D-C5F851232154}">
      <dgm:prSet/>
      <dgm:spPr/>
      <dgm:t>
        <a:bodyPr/>
        <a:lstStyle/>
        <a:p>
          <a:endParaRPr lang="en-US"/>
        </a:p>
      </dgm:t>
    </dgm:pt>
    <dgm:pt modelId="{0FC78F85-CAF7-4031-8BA0-99C4DA07CF3B}">
      <dgm:prSet phldrT="[Text]"/>
      <dgm:spPr/>
      <dgm:t>
        <a:bodyPr/>
        <a:lstStyle/>
        <a:p>
          <a:pPr>
            <a:buNone/>
          </a:pPr>
          <a:r>
            <a:rPr lang="en-US" dirty="0"/>
            <a:t>Loading the file into a </a:t>
          </a:r>
          <a:r>
            <a:rPr lang="en-US" dirty="0" err="1"/>
            <a:t>Jupyter</a:t>
          </a:r>
          <a:r>
            <a:rPr lang="en-US" dirty="0"/>
            <a:t> Notebook using Pandas to view the columns and rows.</a:t>
          </a:r>
        </a:p>
      </dgm:t>
    </dgm:pt>
    <dgm:pt modelId="{AED4AA12-8AC0-4CDA-B222-C6E7AD1C2138}" type="parTrans" cxnId="{FC1E29F1-2FBE-4FE9-8829-C596F047E622}">
      <dgm:prSet/>
      <dgm:spPr/>
      <dgm:t>
        <a:bodyPr/>
        <a:lstStyle/>
        <a:p>
          <a:endParaRPr lang="en-US"/>
        </a:p>
      </dgm:t>
    </dgm:pt>
    <dgm:pt modelId="{D3B21349-BB3D-41AE-BB1C-7BD0CC2176E0}" type="sibTrans" cxnId="{FC1E29F1-2FBE-4FE9-8829-C596F047E622}">
      <dgm:prSet/>
      <dgm:spPr/>
      <dgm:t>
        <a:bodyPr/>
        <a:lstStyle/>
        <a:p>
          <a:endParaRPr lang="en-US"/>
        </a:p>
      </dgm:t>
    </dgm:pt>
    <dgm:pt modelId="{3F1395FB-61FA-4A87-9E34-B48325FBCFCF}">
      <dgm:prSet phldrT="[Text]" phldr="0"/>
      <dgm:spPr/>
      <dgm:t>
        <a:bodyPr/>
        <a:lstStyle/>
        <a:p>
          <a:r>
            <a:rPr lang="en-US" dirty="0"/>
            <a:t>3. Data Preprocessing</a:t>
          </a:r>
        </a:p>
      </dgm:t>
    </dgm:pt>
    <dgm:pt modelId="{E700B6B8-5C68-4BFA-AE08-09F99304F910}" type="parTrans" cxnId="{2E5A0CB6-BB83-4354-B444-0ABFF5FECFEC}">
      <dgm:prSet/>
      <dgm:spPr/>
      <dgm:t>
        <a:bodyPr/>
        <a:lstStyle/>
        <a:p>
          <a:endParaRPr lang="en-US"/>
        </a:p>
      </dgm:t>
    </dgm:pt>
    <dgm:pt modelId="{075EB94D-A469-405B-A7A9-AEFB184FD716}" type="sibTrans" cxnId="{2E5A0CB6-BB83-4354-B444-0ABFF5FECFEC}">
      <dgm:prSet/>
      <dgm:spPr/>
      <dgm:t>
        <a:bodyPr/>
        <a:lstStyle/>
        <a:p>
          <a:endParaRPr lang="en-US"/>
        </a:p>
      </dgm:t>
    </dgm:pt>
    <dgm:pt modelId="{3FB48680-7786-4CD8-8366-90FE704D6D76}">
      <dgm:prSet phldrT="[Text]"/>
      <dgm:spPr/>
      <dgm:t>
        <a:bodyPr/>
        <a:lstStyle/>
        <a:p>
          <a:pPr>
            <a:buNone/>
          </a:pPr>
          <a:r>
            <a:rPr lang="en-US" dirty="0"/>
            <a:t>Cleaning the data by handling missing values and converting categories (like Genre) into numbers.</a:t>
          </a:r>
        </a:p>
      </dgm:t>
    </dgm:pt>
    <dgm:pt modelId="{AB2BF486-B8F6-448B-9098-C5525DA481E2}" type="parTrans" cxnId="{A007994F-D256-4927-827B-692015088820}">
      <dgm:prSet/>
      <dgm:spPr/>
      <dgm:t>
        <a:bodyPr/>
        <a:lstStyle/>
        <a:p>
          <a:endParaRPr lang="en-US"/>
        </a:p>
      </dgm:t>
    </dgm:pt>
    <dgm:pt modelId="{5E05E82C-6417-4F51-A35D-574B76332AD2}" type="sibTrans" cxnId="{A007994F-D256-4927-827B-692015088820}">
      <dgm:prSet/>
      <dgm:spPr/>
      <dgm:t>
        <a:bodyPr/>
        <a:lstStyle/>
        <a:p>
          <a:endParaRPr lang="en-US"/>
        </a:p>
      </dgm:t>
    </dgm:pt>
    <dgm:pt modelId="{D9174233-FC2A-4EE6-A992-50ECC46B23C9}">
      <dgm:prSet phldrT="[Text]"/>
      <dgm:spPr/>
      <dgm:t>
        <a:bodyPr/>
        <a:lstStyle/>
        <a:p>
          <a:r>
            <a:rPr lang="en-US" dirty="0"/>
            <a:t>4. Model Training</a:t>
          </a:r>
        </a:p>
      </dgm:t>
    </dgm:pt>
    <dgm:pt modelId="{1CA8E244-4891-442E-82B8-57B5BEB22969}" type="parTrans" cxnId="{65634D62-CA6F-41C7-830F-4C655D6A18EC}">
      <dgm:prSet/>
      <dgm:spPr/>
      <dgm:t>
        <a:bodyPr/>
        <a:lstStyle/>
        <a:p>
          <a:endParaRPr lang="en-US"/>
        </a:p>
      </dgm:t>
    </dgm:pt>
    <dgm:pt modelId="{E7F2FCC3-29CA-43BC-BF02-CEB6B259C318}" type="sibTrans" cxnId="{65634D62-CA6F-41C7-830F-4C655D6A18EC}">
      <dgm:prSet/>
      <dgm:spPr/>
      <dgm:t>
        <a:bodyPr/>
        <a:lstStyle/>
        <a:p>
          <a:endParaRPr lang="en-US"/>
        </a:p>
      </dgm:t>
    </dgm:pt>
    <dgm:pt modelId="{AE3AE78F-346F-4FF5-916F-DD1A6162D7D2}">
      <dgm:prSet/>
      <dgm:spPr/>
      <dgm:t>
        <a:bodyPr/>
        <a:lstStyle/>
        <a:p>
          <a:r>
            <a:rPr lang="en-US" dirty="0"/>
            <a:t>5. Model Evaluation</a:t>
          </a:r>
        </a:p>
      </dgm:t>
    </dgm:pt>
    <dgm:pt modelId="{13AE8092-536A-43F2-BB9B-EDFF34021BFF}" type="parTrans" cxnId="{D5379639-C005-4CB7-8FF0-DFA41018681D}">
      <dgm:prSet/>
      <dgm:spPr/>
      <dgm:t>
        <a:bodyPr/>
        <a:lstStyle/>
        <a:p>
          <a:endParaRPr lang="en-US"/>
        </a:p>
      </dgm:t>
    </dgm:pt>
    <dgm:pt modelId="{B437B26C-BAB7-491F-BEC7-4729480E5FE0}" type="sibTrans" cxnId="{D5379639-C005-4CB7-8FF0-DFA41018681D}">
      <dgm:prSet/>
      <dgm:spPr/>
      <dgm:t>
        <a:bodyPr/>
        <a:lstStyle/>
        <a:p>
          <a:endParaRPr lang="en-US"/>
        </a:p>
      </dgm:t>
    </dgm:pt>
    <dgm:pt modelId="{DC4DC0D0-F675-4380-922C-F4D32891AB2B}">
      <dgm:prSet/>
      <dgm:spPr/>
      <dgm:t>
        <a:bodyPr/>
        <a:lstStyle/>
        <a:p>
          <a:pPr>
            <a:buNone/>
          </a:pPr>
          <a:r>
            <a:rPr lang="en-US" dirty="0"/>
            <a:t>Applying a </a:t>
          </a:r>
          <a:r>
            <a:rPr lang="en-US" b="1" dirty="0"/>
            <a:t>Regression</a:t>
          </a:r>
          <a:r>
            <a:rPr lang="en-US" dirty="0"/>
            <a:t> algorithm to learn patterns between game features and sales.</a:t>
          </a:r>
        </a:p>
      </dgm:t>
    </dgm:pt>
    <dgm:pt modelId="{23072692-55FD-4F50-889B-69123CC85017}" type="parTrans" cxnId="{2025F93E-A6E8-428F-8600-9BE8CB0E621E}">
      <dgm:prSet/>
      <dgm:spPr/>
      <dgm:t>
        <a:bodyPr/>
        <a:lstStyle/>
        <a:p>
          <a:endParaRPr lang="en-US"/>
        </a:p>
      </dgm:t>
    </dgm:pt>
    <dgm:pt modelId="{D020B116-DA92-4883-A719-FDDD49B4D829}" type="sibTrans" cxnId="{2025F93E-A6E8-428F-8600-9BE8CB0E621E}">
      <dgm:prSet/>
      <dgm:spPr/>
      <dgm:t>
        <a:bodyPr/>
        <a:lstStyle/>
        <a:p>
          <a:endParaRPr lang="en-US"/>
        </a:p>
      </dgm:t>
    </dgm:pt>
    <dgm:pt modelId="{450E9EE1-061D-4283-8D4E-F059FB4D9AC1}">
      <dgm:prSet/>
      <dgm:spPr/>
      <dgm:t>
        <a:bodyPr/>
        <a:lstStyle/>
        <a:p>
          <a:pPr>
            <a:buNone/>
          </a:pPr>
          <a:r>
            <a:rPr lang="en-US"/>
            <a:t>Testing the model's accuracy in predicting Global_Sales.</a:t>
          </a:r>
          <a:endParaRPr lang="en-US" dirty="0"/>
        </a:p>
      </dgm:t>
    </dgm:pt>
    <dgm:pt modelId="{6B40DED9-EADE-4397-9D16-90986FE8F952}" type="parTrans" cxnId="{B4FBF99A-4783-4E85-A668-EC7425BA9EAA}">
      <dgm:prSet/>
      <dgm:spPr/>
      <dgm:t>
        <a:bodyPr/>
        <a:lstStyle/>
        <a:p>
          <a:endParaRPr lang="en-US"/>
        </a:p>
      </dgm:t>
    </dgm:pt>
    <dgm:pt modelId="{89EC2C48-7ED7-4EC7-87E7-3FF53BE099C5}" type="sibTrans" cxnId="{B4FBF99A-4783-4E85-A668-EC7425BA9EAA}">
      <dgm:prSet/>
      <dgm:spPr/>
      <dgm:t>
        <a:bodyPr/>
        <a:lstStyle/>
        <a:p>
          <a:endParaRPr lang="en-US"/>
        </a:p>
      </dgm:t>
    </dgm:pt>
    <dgm:pt modelId="{82AB621A-5495-48F7-9F41-C3A34F785A52}">
      <dgm:prSet/>
      <dgm:spPr/>
      <dgm:t>
        <a:bodyPr/>
        <a:lstStyle/>
        <a:p>
          <a:r>
            <a:rPr lang="en-US" dirty="0"/>
            <a:t>2. Data Loading &amp; Inspection</a:t>
          </a:r>
        </a:p>
      </dgm:t>
    </dgm:pt>
    <dgm:pt modelId="{4BBBB68C-B254-480A-8E83-E419A24BE670}" type="parTrans" cxnId="{E38702CA-053B-49B6-AF5E-4100D6A1878B}">
      <dgm:prSet/>
      <dgm:spPr/>
      <dgm:t>
        <a:bodyPr/>
        <a:lstStyle/>
        <a:p>
          <a:endParaRPr lang="en-US"/>
        </a:p>
      </dgm:t>
    </dgm:pt>
    <dgm:pt modelId="{03964A40-3A2A-45A9-A06B-57152B59E737}" type="sibTrans" cxnId="{E38702CA-053B-49B6-AF5E-4100D6A1878B}">
      <dgm:prSet/>
      <dgm:spPr/>
      <dgm:t>
        <a:bodyPr/>
        <a:lstStyle/>
        <a:p>
          <a:endParaRPr lang="en-US"/>
        </a:p>
      </dgm:t>
    </dgm:pt>
    <dgm:pt modelId="{B432B712-EB90-44C7-A09B-17BD5C0B1916}" type="pres">
      <dgm:prSet presAssocID="{C0AC2B3F-EDDC-4CDE-9D28-6D16E55B8B03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B0531161-CAB5-46A9-AB6C-260E52ADB4FA}" type="pres">
      <dgm:prSet presAssocID="{C8AC759C-5F02-4AA6-B8A8-31C1F354BA8A}" presName="parentText1" presStyleLbl="node1" presStyleIdx="0" presStyleCnt="5">
        <dgm:presLayoutVars>
          <dgm:chMax/>
          <dgm:chPref val="3"/>
          <dgm:bulletEnabled val="1"/>
        </dgm:presLayoutVars>
      </dgm:prSet>
      <dgm:spPr/>
    </dgm:pt>
    <dgm:pt modelId="{C671553F-4944-4926-876D-343F683C3987}" type="pres">
      <dgm:prSet presAssocID="{C8AC759C-5F02-4AA6-B8A8-31C1F354BA8A}" presName="childText1" presStyleLbl="solidAlignAcc1" presStyleIdx="0" presStyleCnt="5">
        <dgm:presLayoutVars>
          <dgm:chMax val="0"/>
          <dgm:chPref val="0"/>
          <dgm:bulletEnabled val="1"/>
        </dgm:presLayoutVars>
      </dgm:prSet>
      <dgm:spPr/>
    </dgm:pt>
    <dgm:pt modelId="{B4AE0212-C4F7-4981-9947-E8E58268C548}" type="pres">
      <dgm:prSet presAssocID="{82AB621A-5495-48F7-9F41-C3A34F785A52}" presName="parentText2" presStyleLbl="node1" presStyleIdx="1" presStyleCnt="5">
        <dgm:presLayoutVars>
          <dgm:chMax/>
          <dgm:chPref val="3"/>
          <dgm:bulletEnabled val="1"/>
        </dgm:presLayoutVars>
      </dgm:prSet>
      <dgm:spPr/>
    </dgm:pt>
    <dgm:pt modelId="{3C7D5DF2-571E-463C-96CA-1621FCB472FA}" type="pres">
      <dgm:prSet presAssocID="{82AB621A-5495-48F7-9F41-C3A34F785A52}" presName="childText2" presStyleLbl="solidAlignAcc1" presStyleIdx="1" presStyleCnt="5">
        <dgm:presLayoutVars>
          <dgm:chMax val="0"/>
          <dgm:chPref val="0"/>
          <dgm:bulletEnabled val="1"/>
        </dgm:presLayoutVars>
      </dgm:prSet>
      <dgm:spPr/>
    </dgm:pt>
    <dgm:pt modelId="{207005F2-8AD8-444A-AA67-85027D2E817E}" type="pres">
      <dgm:prSet presAssocID="{3F1395FB-61FA-4A87-9E34-B48325FBCFCF}" presName="parentText3" presStyleLbl="node1" presStyleIdx="2" presStyleCnt="5">
        <dgm:presLayoutVars>
          <dgm:chMax/>
          <dgm:chPref val="3"/>
          <dgm:bulletEnabled val="1"/>
        </dgm:presLayoutVars>
      </dgm:prSet>
      <dgm:spPr/>
    </dgm:pt>
    <dgm:pt modelId="{75498FE7-2C2F-47FD-8E3B-C1B63DD69F03}" type="pres">
      <dgm:prSet presAssocID="{3F1395FB-61FA-4A87-9E34-B48325FBCFCF}" presName="childText3" presStyleLbl="solidAlignAcc1" presStyleIdx="2" presStyleCnt="5">
        <dgm:presLayoutVars>
          <dgm:chMax val="0"/>
          <dgm:chPref val="0"/>
          <dgm:bulletEnabled val="1"/>
        </dgm:presLayoutVars>
      </dgm:prSet>
      <dgm:spPr/>
    </dgm:pt>
    <dgm:pt modelId="{F51D6237-FEBC-49D7-8F67-F298F0BCD842}" type="pres">
      <dgm:prSet presAssocID="{D9174233-FC2A-4EE6-A992-50ECC46B23C9}" presName="parentText4" presStyleLbl="node1" presStyleIdx="3" presStyleCnt="5">
        <dgm:presLayoutVars>
          <dgm:chMax/>
          <dgm:chPref val="3"/>
          <dgm:bulletEnabled val="1"/>
        </dgm:presLayoutVars>
      </dgm:prSet>
      <dgm:spPr/>
    </dgm:pt>
    <dgm:pt modelId="{9AB58730-C823-4B46-B689-BA4F3696D396}" type="pres">
      <dgm:prSet presAssocID="{D9174233-FC2A-4EE6-A992-50ECC46B23C9}" presName="childText4" presStyleLbl="solidAlignAcc1" presStyleIdx="3" presStyleCnt="5">
        <dgm:presLayoutVars>
          <dgm:chMax val="0"/>
          <dgm:chPref val="0"/>
          <dgm:bulletEnabled val="1"/>
        </dgm:presLayoutVars>
      </dgm:prSet>
      <dgm:spPr/>
    </dgm:pt>
    <dgm:pt modelId="{545D10F3-F422-4B00-A5CC-21459CFADCF9}" type="pres">
      <dgm:prSet presAssocID="{AE3AE78F-346F-4FF5-916F-DD1A6162D7D2}" presName="parentText5" presStyleLbl="node1" presStyleIdx="4" presStyleCnt="5">
        <dgm:presLayoutVars>
          <dgm:chMax/>
          <dgm:chPref val="3"/>
          <dgm:bulletEnabled val="1"/>
        </dgm:presLayoutVars>
      </dgm:prSet>
      <dgm:spPr/>
    </dgm:pt>
    <dgm:pt modelId="{AAE67EAD-D7E0-427A-9389-9561673C2879}" type="pres">
      <dgm:prSet presAssocID="{AE3AE78F-346F-4FF5-916F-DD1A6162D7D2}" presName="childText5" presStyleLbl="solidAlignAcc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946A30A-8930-4E18-9002-EB0FB7D4B7B4}" type="presOf" srcId="{DC4DC0D0-F675-4380-922C-F4D32891AB2B}" destId="{9AB58730-C823-4B46-B689-BA4F3696D396}" srcOrd="0" destOrd="0" presId="urn:microsoft.com/office/officeart/2009/3/layout/IncreasingArrowsProcess"/>
    <dgm:cxn modelId="{F6E38B32-4D01-443F-8103-D34266B628AE}" type="presOf" srcId="{3F1395FB-61FA-4A87-9E34-B48325FBCFCF}" destId="{207005F2-8AD8-444A-AA67-85027D2E817E}" srcOrd="0" destOrd="0" presId="urn:microsoft.com/office/officeart/2009/3/layout/IncreasingArrowsProcess"/>
    <dgm:cxn modelId="{D5379639-C005-4CB7-8FF0-DFA41018681D}" srcId="{C0AC2B3F-EDDC-4CDE-9D28-6D16E55B8B03}" destId="{AE3AE78F-346F-4FF5-916F-DD1A6162D7D2}" srcOrd="4" destOrd="0" parTransId="{13AE8092-536A-43F2-BB9B-EDFF34021BFF}" sibTransId="{B437B26C-BAB7-491F-BEC7-4729480E5FE0}"/>
    <dgm:cxn modelId="{2025F93E-A6E8-428F-8600-9BE8CB0E621E}" srcId="{D9174233-FC2A-4EE6-A992-50ECC46B23C9}" destId="{DC4DC0D0-F675-4380-922C-F4D32891AB2B}" srcOrd="0" destOrd="0" parTransId="{23072692-55FD-4F50-889B-69123CC85017}" sibTransId="{D020B116-DA92-4883-A719-FDDD49B4D829}"/>
    <dgm:cxn modelId="{65634D62-CA6F-41C7-830F-4C655D6A18EC}" srcId="{C0AC2B3F-EDDC-4CDE-9D28-6D16E55B8B03}" destId="{D9174233-FC2A-4EE6-A992-50ECC46B23C9}" srcOrd="3" destOrd="0" parTransId="{1CA8E244-4891-442E-82B8-57B5BEB22969}" sibTransId="{E7F2FCC3-29CA-43BC-BF02-CEB6B259C318}"/>
    <dgm:cxn modelId="{33353064-51D1-4372-AC4D-C5F851232154}" srcId="{C8AC759C-5F02-4AA6-B8A8-31C1F354BA8A}" destId="{6323C681-F0C2-41D5-81E1-26D6CDE4B988}" srcOrd="0" destOrd="0" parTransId="{3A1CC40C-4790-4DCE-8D1B-E8F3035AB31E}" sibTransId="{CCD890B0-E76A-4865-A522-8C9EB19E6E67}"/>
    <dgm:cxn modelId="{885C516C-DDA3-4F9B-9CDE-EE14D403C160}" type="presOf" srcId="{3FB48680-7786-4CD8-8366-90FE704D6D76}" destId="{75498FE7-2C2F-47FD-8E3B-C1B63DD69F03}" srcOrd="0" destOrd="0" presId="urn:microsoft.com/office/officeart/2009/3/layout/IncreasingArrowsProcess"/>
    <dgm:cxn modelId="{16D82A6D-4983-4525-A4E9-28E2C2F75CD2}" type="presOf" srcId="{D9174233-FC2A-4EE6-A992-50ECC46B23C9}" destId="{F51D6237-FEBC-49D7-8F67-F298F0BCD842}" srcOrd="0" destOrd="0" presId="urn:microsoft.com/office/officeart/2009/3/layout/IncreasingArrowsProcess"/>
    <dgm:cxn modelId="{A007994F-D256-4927-827B-692015088820}" srcId="{3F1395FB-61FA-4A87-9E34-B48325FBCFCF}" destId="{3FB48680-7786-4CD8-8366-90FE704D6D76}" srcOrd="0" destOrd="0" parTransId="{AB2BF486-B8F6-448B-9098-C5525DA481E2}" sibTransId="{5E05E82C-6417-4F51-A35D-574B76332AD2}"/>
    <dgm:cxn modelId="{CAD79752-D6B3-415B-BE20-6E7385C458F7}" type="presOf" srcId="{AE3AE78F-346F-4FF5-916F-DD1A6162D7D2}" destId="{545D10F3-F422-4B00-A5CC-21459CFADCF9}" srcOrd="0" destOrd="0" presId="urn:microsoft.com/office/officeart/2009/3/layout/IncreasingArrowsProcess"/>
    <dgm:cxn modelId="{53791A9A-2D87-44C9-8D4E-A3FF3CD5D068}" type="presOf" srcId="{6323C681-F0C2-41D5-81E1-26D6CDE4B988}" destId="{C671553F-4944-4926-876D-343F683C3987}" srcOrd="0" destOrd="0" presId="urn:microsoft.com/office/officeart/2009/3/layout/IncreasingArrowsProcess"/>
    <dgm:cxn modelId="{B4FBF99A-4783-4E85-A668-EC7425BA9EAA}" srcId="{AE3AE78F-346F-4FF5-916F-DD1A6162D7D2}" destId="{450E9EE1-061D-4283-8D4E-F059FB4D9AC1}" srcOrd="0" destOrd="0" parTransId="{6B40DED9-EADE-4397-9D16-90986FE8F952}" sibTransId="{89EC2C48-7ED7-4EC7-87E7-3FF53BE099C5}"/>
    <dgm:cxn modelId="{9842BBA4-F02A-4E7D-8CDF-EDEABAC28AB4}" type="presOf" srcId="{450E9EE1-061D-4283-8D4E-F059FB4D9AC1}" destId="{AAE67EAD-D7E0-427A-9389-9561673C2879}" srcOrd="0" destOrd="0" presId="urn:microsoft.com/office/officeart/2009/3/layout/IncreasingArrowsProcess"/>
    <dgm:cxn modelId="{2E5A0CB6-BB83-4354-B444-0ABFF5FECFEC}" srcId="{C0AC2B3F-EDDC-4CDE-9D28-6D16E55B8B03}" destId="{3F1395FB-61FA-4A87-9E34-B48325FBCFCF}" srcOrd="2" destOrd="0" parTransId="{E700B6B8-5C68-4BFA-AE08-09F99304F910}" sibTransId="{075EB94D-A469-405B-A7A9-AEFB184FD716}"/>
    <dgm:cxn modelId="{611F90C5-5C68-42B7-B7E0-E096B2C106CC}" type="presOf" srcId="{82AB621A-5495-48F7-9F41-C3A34F785A52}" destId="{B4AE0212-C4F7-4981-9947-E8E58268C548}" srcOrd="0" destOrd="0" presId="urn:microsoft.com/office/officeart/2009/3/layout/IncreasingArrowsProcess"/>
    <dgm:cxn modelId="{E38702CA-053B-49B6-AF5E-4100D6A1878B}" srcId="{C0AC2B3F-EDDC-4CDE-9D28-6D16E55B8B03}" destId="{82AB621A-5495-48F7-9F41-C3A34F785A52}" srcOrd="1" destOrd="0" parTransId="{4BBBB68C-B254-480A-8E83-E419A24BE670}" sibTransId="{03964A40-3A2A-45A9-A06B-57152B59E737}"/>
    <dgm:cxn modelId="{F1F13DCF-21C0-4F52-BE13-DA4CA86BD832}" type="presOf" srcId="{0FC78F85-CAF7-4031-8BA0-99C4DA07CF3B}" destId="{3C7D5DF2-571E-463C-96CA-1621FCB472FA}" srcOrd="0" destOrd="0" presId="urn:microsoft.com/office/officeart/2009/3/layout/IncreasingArrowsProcess"/>
    <dgm:cxn modelId="{1DA491E8-0902-414F-9EAF-286927558B90}" srcId="{C0AC2B3F-EDDC-4CDE-9D28-6D16E55B8B03}" destId="{C8AC759C-5F02-4AA6-B8A8-31C1F354BA8A}" srcOrd="0" destOrd="0" parTransId="{731FE0F9-906A-430C-A847-6309123BA714}" sibTransId="{A68F7B5A-2D00-4069-A8D9-1140DB397C60}"/>
    <dgm:cxn modelId="{1151C5EB-34E3-4A6F-9AD2-7ACD1C695CEB}" type="presOf" srcId="{C8AC759C-5F02-4AA6-B8A8-31C1F354BA8A}" destId="{B0531161-CAB5-46A9-AB6C-260E52ADB4FA}" srcOrd="0" destOrd="0" presId="urn:microsoft.com/office/officeart/2009/3/layout/IncreasingArrowsProcess"/>
    <dgm:cxn modelId="{FC1E29F1-2FBE-4FE9-8829-C596F047E622}" srcId="{82AB621A-5495-48F7-9F41-C3A34F785A52}" destId="{0FC78F85-CAF7-4031-8BA0-99C4DA07CF3B}" srcOrd="0" destOrd="0" parTransId="{AED4AA12-8AC0-4CDA-B222-C6E7AD1C2138}" sibTransId="{D3B21349-BB3D-41AE-BB1C-7BD0CC2176E0}"/>
    <dgm:cxn modelId="{DFD6D3F6-9FE6-48BF-BD08-ACA41DB0EF9D}" type="presOf" srcId="{C0AC2B3F-EDDC-4CDE-9D28-6D16E55B8B03}" destId="{B432B712-EB90-44C7-A09B-17BD5C0B1916}" srcOrd="0" destOrd="0" presId="urn:microsoft.com/office/officeart/2009/3/layout/IncreasingArrowsProcess"/>
    <dgm:cxn modelId="{7B1D81CD-8E3F-4662-8467-540DF57FE311}" type="presParOf" srcId="{B432B712-EB90-44C7-A09B-17BD5C0B1916}" destId="{B0531161-CAB5-46A9-AB6C-260E52ADB4FA}" srcOrd="0" destOrd="0" presId="urn:microsoft.com/office/officeart/2009/3/layout/IncreasingArrowsProcess"/>
    <dgm:cxn modelId="{D15D40A8-DB1F-42D0-A255-FB1DF64B151C}" type="presParOf" srcId="{B432B712-EB90-44C7-A09B-17BD5C0B1916}" destId="{C671553F-4944-4926-876D-343F683C3987}" srcOrd="1" destOrd="0" presId="urn:microsoft.com/office/officeart/2009/3/layout/IncreasingArrowsProcess"/>
    <dgm:cxn modelId="{9CF81D42-D0FC-4DC8-A77C-FEDCCFD3C8CA}" type="presParOf" srcId="{B432B712-EB90-44C7-A09B-17BD5C0B1916}" destId="{B4AE0212-C4F7-4981-9947-E8E58268C548}" srcOrd="2" destOrd="0" presId="urn:microsoft.com/office/officeart/2009/3/layout/IncreasingArrowsProcess"/>
    <dgm:cxn modelId="{403DA546-E7AB-4511-A98E-13C3423F6CE4}" type="presParOf" srcId="{B432B712-EB90-44C7-A09B-17BD5C0B1916}" destId="{3C7D5DF2-571E-463C-96CA-1621FCB472FA}" srcOrd="3" destOrd="0" presId="urn:microsoft.com/office/officeart/2009/3/layout/IncreasingArrowsProcess"/>
    <dgm:cxn modelId="{1307CEC7-4071-4D29-827F-BB6A2219D1AF}" type="presParOf" srcId="{B432B712-EB90-44C7-A09B-17BD5C0B1916}" destId="{207005F2-8AD8-444A-AA67-85027D2E817E}" srcOrd="4" destOrd="0" presId="urn:microsoft.com/office/officeart/2009/3/layout/IncreasingArrowsProcess"/>
    <dgm:cxn modelId="{FCB38224-2A88-4E0D-9CB3-90829F7454DB}" type="presParOf" srcId="{B432B712-EB90-44C7-A09B-17BD5C0B1916}" destId="{75498FE7-2C2F-47FD-8E3B-C1B63DD69F03}" srcOrd="5" destOrd="0" presId="urn:microsoft.com/office/officeart/2009/3/layout/IncreasingArrowsProcess"/>
    <dgm:cxn modelId="{70A0F04F-8C9C-4A73-8E4D-115603D9296D}" type="presParOf" srcId="{B432B712-EB90-44C7-A09B-17BD5C0B1916}" destId="{F51D6237-FEBC-49D7-8F67-F298F0BCD842}" srcOrd="6" destOrd="0" presId="urn:microsoft.com/office/officeart/2009/3/layout/IncreasingArrowsProcess"/>
    <dgm:cxn modelId="{3081F501-0D53-44FE-83FA-778BA23BDCD6}" type="presParOf" srcId="{B432B712-EB90-44C7-A09B-17BD5C0B1916}" destId="{9AB58730-C823-4B46-B689-BA4F3696D396}" srcOrd="7" destOrd="0" presId="urn:microsoft.com/office/officeart/2009/3/layout/IncreasingArrowsProcess"/>
    <dgm:cxn modelId="{A7AA9DAF-FD55-44A3-8746-B98D453615EF}" type="presParOf" srcId="{B432B712-EB90-44C7-A09B-17BD5C0B1916}" destId="{545D10F3-F422-4B00-A5CC-21459CFADCF9}" srcOrd="8" destOrd="0" presId="urn:microsoft.com/office/officeart/2009/3/layout/IncreasingArrowsProcess"/>
    <dgm:cxn modelId="{8F2C5AFE-CF32-4D8B-954F-DBF096020529}" type="presParOf" srcId="{B432B712-EB90-44C7-A09B-17BD5C0B1916}" destId="{AAE67EAD-D7E0-427A-9389-9561673C2879}" srcOrd="9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31161-CAB5-46A9-AB6C-260E52ADB4FA}">
      <dsp:nvSpPr>
        <dsp:cNvPr id="0" name=""/>
        <dsp:cNvSpPr/>
      </dsp:nvSpPr>
      <dsp:spPr>
        <a:xfrm>
          <a:off x="955956" y="68842"/>
          <a:ext cx="9216914" cy="1340397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21278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 Data Collection</a:t>
          </a:r>
        </a:p>
      </dsp:txBody>
      <dsp:txXfrm>
        <a:off x="955956" y="403941"/>
        <a:ext cx="8881815" cy="670199"/>
      </dsp:txXfrm>
    </dsp:sp>
    <dsp:sp modelId="{C671553F-4944-4926-876D-343F683C3987}">
      <dsp:nvSpPr>
        <dsp:cNvPr id="0" name=""/>
        <dsp:cNvSpPr/>
      </dsp:nvSpPr>
      <dsp:spPr>
        <a:xfrm>
          <a:off x="955956" y="1100752"/>
          <a:ext cx="1703470" cy="2461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Selecting and downloading the vgsales.csv dataset.</a:t>
          </a:r>
        </a:p>
      </dsp:txBody>
      <dsp:txXfrm>
        <a:off x="955956" y="1100752"/>
        <a:ext cx="1703470" cy="2461185"/>
      </dsp:txXfrm>
    </dsp:sp>
    <dsp:sp modelId="{B4AE0212-C4F7-4981-9947-E8E58268C548}">
      <dsp:nvSpPr>
        <dsp:cNvPr id="0" name=""/>
        <dsp:cNvSpPr/>
      </dsp:nvSpPr>
      <dsp:spPr>
        <a:xfrm>
          <a:off x="2659242" y="515814"/>
          <a:ext cx="7513628" cy="1340397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21278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2. Data Loading &amp; Inspection</a:t>
          </a:r>
        </a:p>
      </dsp:txBody>
      <dsp:txXfrm>
        <a:off x="2659242" y="850913"/>
        <a:ext cx="7178529" cy="670199"/>
      </dsp:txXfrm>
    </dsp:sp>
    <dsp:sp modelId="{3C7D5DF2-571E-463C-96CA-1621FCB472FA}">
      <dsp:nvSpPr>
        <dsp:cNvPr id="0" name=""/>
        <dsp:cNvSpPr/>
      </dsp:nvSpPr>
      <dsp:spPr>
        <a:xfrm>
          <a:off x="2659242" y="1547724"/>
          <a:ext cx="1703470" cy="2461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Loading the file into a </a:t>
          </a:r>
          <a:r>
            <a:rPr lang="en-US" sz="1600" kern="1200" dirty="0" err="1"/>
            <a:t>Jupyter</a:t>
          </a:r>
          <a:r>
            <a:rPr lang="en-US" sz="1600" kern="1200" dirty="0"/>
            <a:t> Notebook using Pandas to view the columns and rows.</a:t>
          </a:r>
        </a:p>
      </dsp:txBody>
      <dsp:txXfrm>
        <a:off x="2659242" y="1547724"/>
        <a:ext cx="1703470" cy="2461185"/>
      </dsp:txXfrm>
    </dsp:sp>
    <dsp:sp modelId="{207005F2-8AD8-444A-AA67-85027D2E817E}">
      <dsp:nvSpPr>
        <dsp:cNvPr id="0" name=""/>
        <dsp:cNvSpPr/>
      </dsp:nvSpPr>
      <dsp:spPr>
        <a:xfrm>
          <a:off x="4362528" y="962785"/>
          <a:ext cx="5810343" cy="1340397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21278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3. Data Preprocessing</a:t>
          </a:r>
        </a:p>
      </dsp:txBody>
      <dsp:txXfrm>
        <a:off x="4362528" y="1297884"/>
        <a:ext cx="5475244" cy="670199"/>
      </dsp:txXfrm>
    </dsp:sp>
    <dsp:sp modelId="{75498FE7-2C2F-47FD-8E3B-C1B63DD69F03}">
      <dsp:nvSpPr>
        <dsp:cNvPr id="0" name=""/>
        <dsp:cNvSpPr/>
      </dsp:nvSpPr>
      <dsp:spPr>
        <a:xfrm>
          <a:off x="4362528" y="1994695"/>
          <a:ext cx="1703470" cy="2461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Cleaning the data by handling missing values and converting categories (like Genre) into numbers.</a:t>
          </a:r>
        </a:p>
      </dsp:txBody>
      <dsp:txXfrm>
        <a:off x="4362528" y="1994695"/>
        <a:ext cx="1703470" cy="2461185"/>
      </dsp:txXfrm>
    </dsp:sp>
    <dsp:sp modelId="{F51D6237-FEBC-49D7-8F67-F298F0BCD842}">
      <dsp:nvSpPr>
        <dsp:cNvPr id="0" name=""/>
        <dsp:cNvSpPr/>
      </dsp:nvSpPr>
      <dsp:spPr>
        <a:xfrm>
          <a:off x="6066735" y="1409757"/>
          <a:ext cx="4106135" cy="1340397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21278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4. Model Training</a:t>
          </a:r>
        </a:p>
      </dsp:txBody>
      <dsp:txXfrm>
        <a:off x="6066735" y="1744856"/>
        <a:ext cx="3771036" cy="670199"/>
      </dsp:txXfrm>
    </dsp:sp>
    <dsp:sp modelId="{9AB58730-C823-4B46-B689-BA4F3696D396}">
      <dsp:nvSpPr>
        <dsp:cNvPr id="0" name=""/>
        <dsp:cNvSpPr/>
      </dsp:nvSpPr>
      <dsp:spPr>
        <a:xfrm>
          <a:off x="6066735" y="2441667"/>
          <a:ext cx="1703470" cy="2461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Applying a </a:t>
          </a:r>
          <a:r>
            <a:rPr lang="en-US" sz="1600" b="1" kern="1200" dirty="0"/>
            <a:t>Regression</a:t>
          </a:r>
          <a:r>
            <a:rPr lang="en-US" sz="1600" kern="1200" dirty="0"/>
            <a:t> algorithm to learn patterns between game features and sales.</a:t>
          </a:r>
        </a:p>
      </dsp:txBody>
      <dsp:txXfrm>
        <a:off x="6066735" y="2441667"/>
        <a:ext cx="1703470" cy="2461185"/>
      </dsp:txXfrm>
    </dsp:sp>
    <dsp:sp modelId="{545D10F3-F422-4B00-A5CC-21459CFADCF9}">
      <dsp:nvSpPr>
        <dsp:cNvPr id="0" name=""/>
        <dsp:cNvSpPr/>
      </dsp:nvSpPr>
      <dsp:spPr>
        <a:xfrm>
          <a:off x="7770021" y="1856728"/>
          <a:ext cx="2402849" cy="1340397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21278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5. Model Evaluation</a:t>
          </a:r>
        </a:p>
      </dsp:txBody>
      <dsp:txXfrm>
        <a:off x="7770021" y="2191827"/>
        <a:ext cx="2067750" cy="670199"/>
      </dsp:txXfrm>
    </dsp:sp>
    <dsp:sp modelId="{AAE67EAD-D7E0-427A-9389-9561673C2879}">
      <dsp:nvSpPr>
        <dsp:cNvPr id="0" name=""/>
        <dsp:cNvSpPr/>
      </dsp:nvSpPr>
      <dsp:spPr>
        <a:xfrm>
          <a:off x="7770021" y="2888638"/>
          <a:ext cx="1703470" cy="2461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Testing the model's accuracy in predicting Global_Sales.</a:t>
          </a:r>
          <a:endParaRPr lang="en-US" sz="1600" kern="1200" dirty="0"/>
        </a:p>
      </dsp:txBody>
      <dsp:txXfrm>
        <a:off x="7770021" y="2888638"/>
        <a:ext cx="1703470" cy="2461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3C16-AB50-1853-890D-DEC3CD8A7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74846-3E4F-DF48-135A-205A1BF2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E4286-022A-8655-3A9A-648EE852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3A54-6415-A294-0EC3-58405470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CD2E-8476-2A88-5B73-EEF30C10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3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D866-D8B2-A22C-6342-A3EE1816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2AD8-9E87-F14D-0204-A4E183B7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D6271-70B7-72C9-218A-1C587295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689DE-C34A-7541-27F3-7746BEF7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9F281-48BD-DF66-A6CC-15DD0C19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4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0925-56D1-FD54-C5AC-158612E9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EA4D3-8384-904E-5BCC-EBC814CFB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966F-CD66-915B-3E60-BB01FB4D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A3178-753A-FC0D-64C6-4979547D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ED9CB-CCA0-0913-A83F-5C37A0D5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4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D842-9C4D-7ABE-0E84-B1D2AE8D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01F2-51C7-9411-44DD-9D3294EF1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1D2B2-4ACA-74C7-2965-DF0FD98FC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0F829-76AD-39BD-1E13-6507CBC8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A3F19-A2B0-E57F-2623-558C91A7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5006C-63FF-7789-45C0-84D341CA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7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BE19-A267-26A5-3805-BB352397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E43BC-AD84-B5CC-356E-B16A50D96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1FF29-BDE0-9463-E303-50C62EF04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22383-49D5-DA69-A62C-5769C56FC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334F6-D583-D24F-1753-47DBF4A00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7CD87-F937-C07D-6453-74F3440D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97163-540E-70FB-FF1C-5D0C92A2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C6D41-CADF-9755-ABBD-B881E730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7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29C7-5306-AE4C-3537-DF6138A3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9B476-9BC2-C4D1-465A-EE536EA6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E596A-07A6-A099-C0A6-AACB058F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42D9F-F8AF-ECB7-5372-5DFFF51A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1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68FA5-5907-CC53-EBC2-0F0D6D87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8AA45-8A2A-71CE-4DC2-8293A8E8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4038A-E49B-BC6B-DB72-C982EE29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0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EF762-1132-D00C-199B-0E27A791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3E43-E8E8-769E-C41C-A7A310C13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5E708-717E-94FB-8574-D2EABFD48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A8D3C-1FC8-001E-70D7-BC2F0CAF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3FF5-091B-3BFA-8FFD-8DA48D796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EC588-262C-0B9B-2EFD-126CF00E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7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A896-9ADF-1E09-F294-B30A3B7C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5AF49-CDCF-C64A-456A-40D8B749D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B9B62-9C5B-7DDB-8533-79B92A976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6221C-008C-5302-3591-8B5935D9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C514D-36D1-3AE6-F341-113B6BF1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05C9B-A073-BED5-55C5-D2717410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87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0932-B051-CB8B-257C-0CC9C191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5C485-8B07-A69B-609C-AFF895F95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EB2BA-E5FC-1D57-1644-7F8B3143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A1E91-2CD8-3546-DD76-8D2F6FC4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640D2-3AF3-F77F-A7D9-6EAABD40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9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713F2-AE3C-5932-2D68-78EE9A708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F9EAC-3015-9ED8-27D0-277A23A48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B2CA3-E456-5E0B-F4EF-9163CF66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F6204-F926-CDF8-2FED-B410D77A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0F894-9FCB-0789-1242-5D88FA97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1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8DAA2-C4D4-E72F-E9FB-89A6F1DE8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A7E13-0716-1EEB-B79F-5C157805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882A-F540-C8AE-6C59-724595266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F1F10-F2E0-4880-8783-396E19AE5CB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CD6B6-F742-A006-F61B-54B60B9B4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C5BBC-F439-5F87-E968-5832A4D0C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1141C-7056-4EC1-939A-E44E66E8E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0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E3767CE-C8C9-F73E-BC85-F18D5326B9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80155"/>
              </p:ext>
            </p:extLst>
          </p:nvPr>
        </p:nvGraphicFramePr>
        <p:xfrm>
          <a:off x="480786" y="719666"/>
          <a:ext cx="1112882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853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عبدالله سليمان الغربي</dc:creator>
  <cp:lastModifiedBy>عبدالله سليمان الغربي</cp:lastModifiedBy>
  <cp:revision>1</cp:revision>
  <dcterms:created xsi:type="dcterms:W3CDTF">2026-02-06T20:01:14Z</dcterms:created>
  <dcterms:modified xsi:type="dcterms:W3CDTF">2026-02-06T20:16:21Z</dcterms:modified>
</cp:coreProperties>
</file>